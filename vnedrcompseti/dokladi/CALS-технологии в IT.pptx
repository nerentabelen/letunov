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0393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4545" y="4987636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234545" y="1248987"/>
            <a:ext cx="598516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CALS-технологии в IT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34545" y="2327564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данной презентации мы рассмотрим CALS-технологии в контексте информационных технологий. Ознакомимся с определением CALS, целями и задачами, а также основными компонентами этой системы. Узнаем о применении CALS в разработке программного обеспечения, её преимуществах, примерах CALS-систем, стандартах и протоколах, проблемах внедрения и перспективах развития.</a:t>
            </a:r>
            <a:endParaRPr lang="en-US" sz="1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4C94A7-585A-3C1A-8159-856C95C21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10" y="1830878"/>
            <a:ext cx="5350546" cy="38639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833351"/>
            <a:ext cx="101415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Определение CALS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2078182"/>
            <a:ext cx="3325091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CALS-технологии (Continuous Acquisition and Lifecycle Support) — это комплекс подходов и стандартов, направленных на поддержку жизненного цикла продукции и оптимизацию процессов её приобретения.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0" y="2078182"/>
            <a:ext cx="3325091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Они обеспечивают интеграцию данных и процессов между различными участниками жизненного цикла изделия, начиная от проектирования и заканчивая обслуживанием и утилизацией.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28364" y="2078182"/>
            <a:ext cx="3325091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Применение CALS в IT способствует повышению эффективности и снижению затрат за счёт автоматизации и унификации информационных потоков.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Цели и задачи CALS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Цели CALS-технологий в IT включают оптимизацию жизненного цикла изделий, повышение эффективности взаимодействия участников проекта и снижение временных и финансовых затрат на всех этапах разработки и эксплуатации.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2427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Основные задачи CALS — стандартизация процессов, интеграция данных и обеспечение совместимости информационных систем для улучшения управления и координации в сфере высоких технологий. Это способствует созданию гибкой и адаптивной среды, которая поддерживает инновационное развитие и конкурентоспособность на рынке.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264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8" cy="581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Основные компоненты CALS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490017"/>
            <a:ext cx="4156364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CALS-технологии включают в себя интегрированные информационные системы, которые обеспечивают эффективную поддержку жизненного цикла изделий.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539028"/>
            <a:ext cx="4156364" cy="3175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 основным компонентам CALS относятся электронные модели изделий и процессов, системы управления данными об изделии (PDM) и системы управления жизненным циклом изделия (PLM), которые способствуют обмену информацией между участниками проекта и улучшению координации работы. Эти компоненты позволяют оптимизировать процессы разработки, производства и эксплуатации изделий, повышая тем самым их конкурентоспособность на рынке.</a:t>
            </a:r>
            <a:endParaRPr lang="en-US" sz="1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98A472-A45A-0EE7-360B-B4C9E3D48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804" y="1415034"/>
            <a:ext cx="6051056" cy="40279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Применение CALS в разработке ПО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CALS-технологии в разработке программного обеспечения позволяют оптимизировать процессы жизненного цикла продукта, обеспечивая взаимодействие между всеми участниками проекта.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Применение CALS способствует улучшению качества разработки ПО за счёт стандартизации и автоматизации процессов, а также позволяет сократить время выхода продукта на рынок и снизить затраты на его сопровождение.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Это достигается благодаря интеграции различных систем и инструментов, что упрощает управление проектами и повышает эффективность командной работы.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8" cy="5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Преимущества CALS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CALS-технологии обеспечивают интеграцию всех этапов жизненного цикла продукта — от проектирования до утилизации, что способствует снижению временных и финансовых затрат на разработку и поддержку.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3175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Они также способствуют повышению эффективности взаимодействия между участниками проекта за счёт стандартизированной системы обмена информацией и данных, что в свою очередь улучшает качество управления и координации процессов. Благодаря CALS-технологиям достигается более высокий уровень прозрачности и доступности информации, что упрощает процессы принятия решений и анализа данных на всех этапах разработки.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19704"/>
            <a:ext cx="12192000" cy="7003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Примеры CALS-систем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CALS-системы включают в себя такие инструменты, как PDM (Product Data Management) для управления данными об изделии на всех этапах его жизненного цикла, обеспечивая централизованное хранение и доступ к информации.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2644372"/>
            <a:ext cx="4156364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Также к CALS-системам относятся PLM (Product Lifecycle Management), интегрирующие процессы проектирования, производства и сервисного обслуживания, что способствует повышению эффективности и снижению издержек.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46909" y="4191002"/>
            <a:ext cx="4156364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Примеры включают системы типа Teamcenter и SAP PLM, которые обеспечивают комплексное управление жизненным циклом изделия и интеграцию с другими корпоративными системами.</a:t>
            </a:r>
            <a:endParaRPr lang="en-US" sz="1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A8FC415-BCCE-2650-6C92-30FC78FDF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83347"/>
            <a:ext cx="4604641" cy="34569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8" cy="581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Проблемы внедрения CALS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Внедрение CALS-технологий в IT сталкивается с рядом существенных проблем, включая необходимость значительных первоначальных инвестиций и перестройку существующих бизнес-процессов.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Интеграция с уже используемыми системами и обеспечение совместимости данных могут потребовать дополнительных усилий и времени.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3840480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Кроме того, не все сотрудники готовы к изменениям, что может замедлить процесс внедрения и потребовать дополнительных мер по обучению и мотивации персонала.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8" cy="581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Перспективы развития CALS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Внедрение CALS-технологий в IT открывает новые горизонты для оптимизации бизнес-процессов и повышения эффективности взаимодействия между участниками жизненного цикла изделия. Перспективные направления развития включают интеграцию с искусственными интеллектуальными системами, что обеспечит автоматизацию рутинных операций и улучшит качество управленческих решений.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Также важным аспектом является расширение применения CALS-технологий в области интернета вещей и больших данных, что создаст новые возможности для анализа и оптимизации производственных процессов.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7" cy="7813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CALS-технологии в IT, их цели, компоненты и применение в разработке ПО. Мы также обсудили преимущества CALS, примеры систем, стандарты и протоколы, а также проблемы и перспективы развития этой технологии.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709</Words>
  <Application>Microsoft Office PowerPoint</Application>
  <PresentationFormat>Широкоэкранный</PresentationFormat>
  <Paragraphs>42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skcjdkapf skcjdkapf</cp:lastModifiedBy>
  <cp:revision>2</cp:revision>
  <dcterms:created xsi:type="dcterms:W3CDTF">2026-02-18T17:22:20Z</dcterms:created>
  <dcterms:modified xsi:type="dcterms:W3CDTF">2026-02-18T17:33:10Z</dcterms:modified>
</cp:coreProperties>
</file>